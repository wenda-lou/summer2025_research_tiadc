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Last time I showed that the ADC and DAC hardware were set up. Today I will show how we turned that setup into a complete automatic calibration loop running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end of last meeting, the bench was working as a data acquisition system, but calibration was still not closed-loop.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idea is simple: we inject a known reference waveform into both channels and use the measured mismatch to drive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inside the ZCU102 firmware. The PC is used only for uploading the reference and exporting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stages confirm that the reference path, acquisition path, and the software correction model are all working on the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offset and gain, skew correction is limited by how small one actuator step is. A single-code probe was below the measurement noise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8-code probe was large enough to be measured reliably, and then the normal controller closed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propagating the Stage-4 polarity decision into Stage 5, the combined output no longer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quantified limitations, not hidden failures. The main calibration path is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TI-ADC Calibration on ZCU102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C9DAEB"/>
                </a:solidFill>
                <a:latin typeface="Calibri"/>
              </a:rPr>
              <a:t>From Hardware Setup to a Closed-Loop Calibration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9DB8CC"/>
                </a:solidFill>
                <a:latin typeface="Calibri"/>
              </a:rPr>
              <a:t>Group Meeting —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Where We Were Last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AD9695 dual ADC: JESD204B link working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AD9164 DAC + DPG: 2.6 GSPS waveform loading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Raw ADC capture working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UDP transfer from board to PC working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But: no automatic calibration loop on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645920"/>
            <a:ext cx="3840480" cy="3474720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0B3D66"/>
                </a:solidFill>
              </a:rPr>
              <a:t>Status:
Data acquisition path working
Calibration loop: NOT YET CLOSED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DPG → AD9164 DAC → analog front end → AD9695 ADC → JESD204B → ZCU102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Reference input: 199.375 MHz tone + balanced dither pulses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ADC: 1300 MSPS, two parallel channels A and B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DAC: 2600 MSPS, fs_dac / fs_adc = 2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Data path: JESD204B → AXI DMA → PS memory → UART / UDP export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Correction path: software offset/gain + AD9695 fine clock delay for skew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Five-Stage Calibration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965960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7296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align captures to uploaded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1965960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17296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software negative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691640"/>
            <a:ext cx="1965960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17296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software negative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691640"/>
            <a:ext cx="196596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17296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actuator characterization + closed-loop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5A6B7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691640"/>
            <a:ext cx="1965960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17296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SNDR / SFDR / ENOB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3D66"/>
                </a:solidFill>
                <a:latin typeface="Calibri"/>
              </a:rPr>
              <a:t>Board command:  adc -cal  →  runs all five stages automatically on the ZCU102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Stages 1–3: Converged on the Board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029200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Key number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Timing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PASS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correlation 0.99902, 10/10 frames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Offset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CONVERGED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verification residual +0.59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/>
                        <a:t>Gain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CONVERGED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verification error −0.00054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5A6B7A"/>
                </a:solidFill>
                <a:latin typeface="Calibri"/>
              </a:rPr>
              <a:t>These stages confirm that the reference path, acquisition path, and software correction model work on the real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Stage 4 — Skew Was 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AEB"/>
                </a:solidFill>
                <a:latin typeface="Calibri"/>
              </a:rPr>
              <a:t>Actuator step is comparable to measurement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Initial B−A skew: about −60 ps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Required tolerance: ±7.69 ps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Actuator step: a few ps per register code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Batch noise: 7–17 ps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Old approach: fixed ±1-code probe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Result: response could not be separated from noise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Calibration failed at actuator characterization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737360"/>
            <a:ext cx="3840480" cy="3291840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600" b="1">
                <a:solidFill>
                  <a:srgbClr val="7F1D1D"/>
                </a:solidFill>
              </a:rPr>
              <a:t>Old failure:
ACTUATOR CHARACTERIZATION FAILED
response not distinguishable from noise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Stage 4 — Adaptive Characterization Fixed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6FB2"/>
                </a:solidFill>
                <a:latin typeface="Calibri"/>
              </a:rPr>
              <a:t>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669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Re-measure fresh baseline before every probe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Escalate probe amplitude: 1 → 2 → 4 → 8 codes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Keep tone estimator and controller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532D"/>
                </a:solidFill>
                <a:latin typeface="Calibri"/>
              </a:rPr>
              <a:t>Final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Skew: −60.04 ps → −5.96 ps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Register: 24 → 32 → 33 → 34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2/2 consecutive passes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Measured step: 3.96 ps/code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166360"/>
            <a:ext cx="10972800" cy="731520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700" b="1">
                <a:solidFill>
                  <a:srgbClr val="0B3D66"/>
                </a:solidFill>
              </a:rPr>
              <a:t>Overall calibration passed Stage 4 and continued to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Stage 5 — Correct Channel Polarity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48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AEB"/>
                </a:solidFill>
                <a:latin typeface="Calibri"/>
              </a:rPr>
              <a:t>Stage-4 INVERTED relation propagated into performance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58521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0B3D6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/>
                        <a:t>A/B correlation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−0.99995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+0.99992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/>
                        <a:t>A/B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768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18.2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/>
                        <a:t>Parallel average SNDR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3.02 dB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37.8 dB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400"/>
                        <a:t>ENOB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0.21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~6.0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A6B7A"/>
                </a:solidFill>
                <a:latin typeface="Calibri"/>
              </a:rPr>
              <a:t>After the fix, the combined output no longer collapses.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532120" cy="50292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Dither fine-skew remains INVALID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Edge disagreement ~168 ps vs 23.1 ps gate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Analog chain disperses the injected pulse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A/B gain mismatch: −1.37%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Parallel average gives no +3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188720"/>
            <a:ext cx="5532120" cy="50292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Re-run board with fixed firmware for a clean full 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Test 199.375 MHz linear-triangle dither waveform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Add pulse-width diagnostics to dither estimator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Investigate per-channel gain correction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Study JESD re-lock phase jumps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8961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Hardware setup is now a full on-board calibration loop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Timing, offset, gain, skew, and performance all PASS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Stage-4 skew closed-loop correction is the main new result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Known limitations are documented and measurable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A1A1A"/>
                </a:solidFill>
                <a:latin typeface="Calibri"/>
              </a:rPr>
              <a:t>• Next: dither fine-skew and per-channel gain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C9DAEB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